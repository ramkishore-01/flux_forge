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 Forge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Portfolio Implementation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Home, About, Services, Projects, Contact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React, Node.js, MongoDB, Tailwind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7043" y="3245905"/>
            <a:ext cx="1334124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283380"/>
            <a:ext cx="1334124" cy="876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Develop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89357" y="3283380"/>
            <a:ext cx="1334124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35514" y="3283380"/>
            <a:ext cx="1334124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Deploy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CF88AE-CBE7-9586-F4A8-F3354E28786C}"/>
              </a:ext>
            </a:extLst>
          </p:cNvPr>
          <p:cNvCxnSpPr>
            <a:cxnSpLocks/>
          </p:cNvCxnSpPr>
          <p:nvPr/>
        </p:nvCxnSpPr>
        <p:spPr>
          <a:xfrm>
            <a:off x="1364105" y="4212770"/>
            <a:ext cx="0" cy="823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9EF2C92-B6AD-3BCA-9608-AAC69B8FBF1D}"/>
              </a:ext>
            </a:extLst>
          </p:cNvPr>
          <p:cNvCxnSpPr>
            <a:cxnSpLocks/>
          </p:cNvCxnSpPr>
          <p:nvPr/>
        </p:nvCxnSpPr>
        <p:spPr>
          <a:xfrm>
            <a:off x="1364105" y="5021705"/>
            <a:ext cx="20461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099D28-24BC-2FFC-50CF-4A01F6753E54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3410262" y="4160305"/>
            <a:ext cx="0" cy="863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3739972-AD89-C1A4-AD24-0E7CEBF571D8}"/>
              </a:ext>
            </a:extLst>
          </p:cNvPr>
          <p:cNvCxnSpPr>
            <a:cxnSpLocks/>
          </p:cNvCxnSpPr>
          <p:nvPr/>
        </p:nvCxnSpPr>
        <p:spPr>
          <a:xfrm flipV="1">
            <a:off x="3410262" y="2419482"/>
            <a:ext cx="0" cy="863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9220500-4ED7-5DAC-4D4C-0723334DF01D}"/>
              </a:ext>
            </a:extLst>
          </p:cNvPr>
          <p:cNvCxnSpPr>
            <a:cxnSpLocks/>
          </p:cNvCxnSpPr>
          <p:nvPr/>
        </p:nvCxnSpPr>
        <p:spPr>
          <a:xfrm>
            <a:off x="3410262" y="2419482"/>
            <a:ext cx="20461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38F049B-A3F6-8B8E-0C97-1DDC2A18E862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448924" y="2419482"/>
            <a:ext cx="7495" cy="863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F785776-9776-0E88-8BBF-D899769303E4}"/>
              </a:ext>
            </a:extLst>
          </p:cNvPr>
          <p:cNvCxnSpPr>
            <a:cxnSpLocks/>
          </p:cNvCxnSpPr>
          <p:nvPr/>
        </p:nvCxnSpPr>
        <p:spPr>
          <a:xfrm>
            <a:off x="5441429" y="4157807"/>
            <a:ext cx="7495" cy="863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0B0CBFE-F6CA-E037-B159-E6515C1C8A2A}"/>
              </a:ext>
            </a:extLst>
          </p:cNvPr>
          <p:cNvCxnSpPr>
            <a:cxnSpLocks/>
          </p:cNvCxnSpPr>
          <p:nvPr/>
        </p:nvCxnSpPr>
        <p:spPr>
          <a:xfrm>
            <a:off x="5456419" y="4948357"/>
            <a:ext cx="20611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EE36AF8-AE74-B1D2-A2D5-4329D1CAC000}"/>
              </a:ext>
            </a:extLst>
          </p:cNvPr>
          <p:cNvCxnSpPr>
            <a:cxnSpLocks/>
          </p:cNvCxnSpPr>
          <p:nvPr/>
        </p:nvCxnSpPr>
        <p:spPr>
          <a:xfrm flipV="1">
            <a:off x="7480090" y="4197780"/>
            <a:ext cx="0" cy="750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0809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Frontend</a:t>
            </a:r>
          </a:p>
          <a:p>
            <a:pPr algn="ctr"/>
            <a:r>
              <a:t>(React)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290809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Backend</a:t>
            </a:r>
          </a:p>
          <a:p>
            <a:pPr algn="ctr"/>
            <a:r>
              <a:t>(Node.js)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290809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Database</a:t>
            </a:r>
          </a:p>
          <a:p>
            <a:pPr algn="ctr"/>
            <a:r>
              <a:t>(MongoDB)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6970EA5-0C72-665E-AB34-0317CA293310}"/>
              </a:ext>
            </a:extLst>
          </p:cNvPr>
          <p:cNvCxnSpPr>
            <a:cxnSpLocks/>
          </p:cNvCxnSpPr>
          <p:nvPr/>
        </p:nvCxnSpPr>
        <p:spPr>
          <a:xfrm>
            <a:off x="2878111" y="3373319"/>
            <a:ext cx="6595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92EDB6D-0056-8DE5-EAE0-CCB4C6883525}"/>
              </a:ext>
            </a:extLst>
          </p:cNvPr>
          <p:cNvCxnSpPr>
            <a:cxnSpLocks/>
          </p:cNvCxnSpPr>
          <p:nvPr/>
        </p:nvCxnSpPr>
        <p:spPr>
          <a:xfrm>
            <a:off x="5593829" y="3373319"/>
            <a:ext cx="6595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48</Words>
  <Application>Microsoft Office PowerPoint</Application>
  <PresentationFormat>On-screen Show (4:3)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Flux Forge</vt:lpstr>
      <vt:lpstr>Modules</vt:lpstr>
      <vt:lpstr>Tech Stack</vt:lpstr>
      <vt:lpstr>Development Flow</vt:lpstr>
      <vt:lpstr>System Architecture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Ramkishore R</cp:lastModifiedBy>
  <cp:revision>2</cp:revision>
  <dcterms:created xsi:type="dcterms:W3CDTF">2013-01-27T09:14:16Z</dcterms:created>
  <dcterms:modified xsi:type="dcterms:W3CDTF">2026-05-05T16:16:31Z</dcterms:modified>
  <cp:category/>
</cp:coreProperties>
</file>